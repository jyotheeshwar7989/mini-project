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21C3F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3291840"/>
            <a:ext cx="2377440" cy="2377440"/>
          </a:xfrm>
          <a:prstGeom prst="ellipse">
            <a:avLst/>
          </a:prstGeom>
          <a:solidFill>
            <a:srgbClr val="121C3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65032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457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TICKETPRO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18745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Ticket Management System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548640" y="288036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full-stack, JWT-secured, role-based ticketing platform for tracking support issues from report to resolution.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937260" cy="384048"/>
          </a:xfrm>
          <a:prstGeom prst="roundRect">
            <a:avLst>
              <a:gd name="adj" fmla="val 19048"/>
            </a:avLst>
          </a:prstGeom>
          <a:solidFill>
            <a:srgbClr val="121C3F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3977640"/>
            <a:ext cx="937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0492" y="3977640"/>
            <a:ext cx="1284732" cy="384048"/>
          </a:xfrm>
          <a:prstGeom prst="roundRect">
            <a:avLst>
              <a:gd name="adj" fmla="val 19048"/>
            </a:avLst>
          </a:prstGeom>
          <a:solidFill>
            <a:srgbClr val="121C3F"/>
          </a:solidFill>
          <a:ln/>
        </p:spPr>
      </p:sp>
      <p:sp>
        <p:nvSpPr>
          <p:cNvPr id="12" name="Text 9"/>
          <p:cNvSpPr/>
          <p:nvPr/>
        </p:nvSpPr>
        <p:spPr>
          <a:xfrm>
            <a:off x="1650492" y="3977640"/>
            <a:ext cx="12847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99816" y="3977640"/>
            <a:ext cx="763524" cy="384048"/>
          </a:xfrm>
          <a:prstGeom prst="roundRect">
            <a:avLst>
              <a:gd name="adj" fmla="val 19048"/>
            </a:avLst>
          </a:prstGeom>
          <a:solidFill>
            <a:srgbClr val="121C3F"/>
          </a:solidFill>
          <a:ln/>
        </p:spPr>
      </p:sp>
      <p:sp>
        <p:nvSpPr>
          <p:cNvPr id="14" name="Text 11"/>
          <p:cNvSpPr/>
          <p:nvPr/>
        </p:nvSpPr>
        <p:spPr>
          <a:xfrm>
            <a:off x="3099816" y="3977640"/>
            <a:ext cx="7635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27932" y="3977640"/>
            <a:ext cx="763524" cy="384048"/>
          </a:xfrm>
          <a:prstGeom prst="roundRect">
            <a:avLst>
              <a:gd name="adj" fmla="val 19048"/>
            </a:avLst>
          </a:prstGeom>
          <a:solidFill>
            <a:srgbClr val="121C3F"/>
          </a:solidFill>
          <a:ln/>
        </p:spPr>
      </p:sp>
      <p:sp>
        <p:nvSpPr>
          <p:cNvPr id="16" name="Text 13"/>
          <p:cNvSpPr/>
          <p:nvPr/>
        </p:nvSpPr>
        <p:spPr>
          <a:xfrm>
            <a:off x="4027932" y="3977640"/>
            <a:ext cx="7635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956048" y="3977640"/>
            <a:ext cx="850392" cy="384048"/>
          </a:xfrm>
          <a:prstGeom prst="roundRect">
            <a:avLst>
              <a:gd name="adj" fmla="val 19048"/>
            </a:avLst>
          </a:prstGeom>
          <a:solidFill>
            <a:srgbClr val="121C3F"/>
          </a:solidFill>
          <a:ln/>
        </p:spPr>
      </p:sp>
      <p:sp>
        <p:nvSpPr>
          <p:cNvPr id="18" name="Text 15"/>
          <p:cNvSpPr/>
          <p:nvPr/>
        </p:nvSpPr>
        <p:spPr>
          <a:xfrm>
            <a:off x="4956048" y="3977640"/>
            <a:ext cx="85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71032" y="3977640"/>
            <a:ext cx="589788" cy="384048"/>
          </a:xfrm>
          <a:prstGeom prst="roundRect">
            <a:avLst>
              <a:gd name="adj" fmla="val 19048"/>
            </a:avLst>
          </a:prstGeom>
          <a:solidFill>
            <a:srgbClr val="121C3F"/>
          </a:solidFill>
          <a:ln/>
        </p:spPr>
      </p:sp>
      <p:sp>
        <p:nvSpPr>
          <p:cNvPr id="20" name="Text 17"/>
          <p:cNvSpPr/>
          <p:nvPr/>
        </p:nvSpPr>
        <p:spPr>
          <a:xfrm>
            <a:off x="5971032" y="3977640"/>
            <a:ext cx="589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Jyotheeshwar  •  github.com/jyotheeshwar7989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teams need a reliable way to track issues from report to resolution — without losing context or accountability.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545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47672"/>
            <a:ext cx="502920" cy="50292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2078431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060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Communication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reported over email or chat get lost, with no single source of truth.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691640"/>
            <a:ext cx="25146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545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20440" y="1947672"/>
            <a:ext cx="502920" cy="50292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199" y="2078431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060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Accountability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2044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who changed a ticket's status, priority, or owner — or when.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691640"/>
            <a:ext cx="25146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545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63640" y="1947672"/>
            <a:ext cx="502920" cy="50292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399" y="2078431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6060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 Control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see or edit any ticket, with no separation between users and admins.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8001000" cy="777240"/>
          </a:xfrm>
          <a:prstGeom prst="roundRect">
            <a:avLst>
              <a:gd name="adj" fmla="val 9412"/>
            </a:avLst>
          </a:prstGeom>
          <a:solidFill>
            <a:srgbClr val="0B1430"/>
          </a:solidFill>
          <a:ln/>
        </p:spPr>
      </p:sp>
      <p:sp>
        <p:nvSpPr>
          <p:cNvPr id="20" name="Text 15"/>
          <p:cNvSpPr/>
          <p:nvPr/>
        </p:nvSpPr>
        <p:spPr>
          <a:xfrm>
            <a:off x="868680" y="3977640"/>
            <a:ext cx="7360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7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TicketPro — a centralized, secure, role-aware ticketing system with a full audit trail.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Approach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containerized services communicating over a clean REST + JDBC boundary, secured end-to-end with JWT.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0B1430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5740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35024" y="1837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NGINX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35024" y="22037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Port 3000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34640" y="2217420"/>
            <a:ext cx="502920" cy="0"/>
          </a:xfrm>
          <a:prstGeom prst="line">
            <a:avLst/>
          </a:prstGeom>
          <a:noFill/>
          <a:ln w="19050">
            <a:solidFill>
              <a:srgbClr val="5C6B91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337560" y="169164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0B1430"/>
          </a:solidFill>
          <a:ln/>
        </p:spPr>
      </p:sp>
      <p:sp>
        <p:nvSpPr>
          <p:cNvPr id="11" name="Shape 8"/>
          <p:cNvSpPr/>
          <p:nvPr/>
        </p:nvSpPr>
        <p:spPr>
          <a:xfrm>
            <a:off x="3538728" y="1938528"/>
            <a:ext cx="457200" cy="45720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05740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23944" y="1837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123944" y="22037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JWT · Port 8080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623560" y="2217420"/>
            <a:ext cx="502920" cy="0"/>
          </a:xfrm>
          <a:prstGeom prst="line">
            <a:avLst/>
          </a:prstGeom>
          <a:noFill/>
          <a:ln w="19050">
            <a:solidFill>
              <a:srgbClr val="5C6B91"/>
            </a:solidFill>
            <a:prstDash val="dash"/>
          </a:ln>
        </p:spPr>
      </p:sp>
      <p:sp>
        <p:nvSpPr>
          <p:cNvPr id="16" name="Shape 12"/>
          <p:cNvSpPr/>
          <p:nvPr/>
        </p:nvSpPr>
        <p:spPr>
          <a:xfrm>
            <a:off x="6126480" y="1691640"/>
            <a:ext cx="2286000" cy="1051560"/>
          </a:xfrm>
          <a:prstGeom prst="roundRect">
            <a:avLst>
              <a:gd name="adj" fmla="val 7826"/>
            </a:avLst>
          </a:prstGeom>
          <a:solidFill>
            <a:srgbClr val="0B1430"/>
          </a:solidFill>
          <a:ln/>
        </p:spPr>
      </p:sp>
      <p:sp>
        <p:nvSpPr>
          <p:cNvPr id="17" name="Shape 13"/>
          <p:cNvSpPr/>
          <p:nvPr/>
        </p:nvSpPr>
        <p:spPr>
          <a:xfrm>
            <a:off x="6327648" y="1938528"/>
            <a:ext cx="457200" cy="45720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05740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12864" y="1837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912864" y="22037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· Port 3307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54864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Request Flow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3520440"/>
            <a:ext cx="14813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545">
                <a:alpha val="10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548640" y="35204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Filter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2057400" y="3803904"/>
            <a:ext cx="109728" cy="0"/>
          </a:xfrm>
          <a:prstGeom prst="line">
            <a:avLst/>
          </a:prstGeom>
          <a:noFill/>
          <a:ln w="25400">
            <a:solidFill>
              <a:srgbClr val="3D7C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194560" y="3520440"/>
            <a:ext cx="14813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545">
                <a:alpha val="10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2194560" y="35204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3703320" y="3803904"/>
            <a:ext cx="109728" cy="0"/>
          </a:xfrm>
          <a:prstGeom prst="line">
            <a:avLst/>
          </a:prstGeom>
          <a:noFill/>
          <a:ln w="25400">
            <a:solidFill>
              <a:srgbClr val="3D7CF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3840480" y="3520440"/>
            <a:ext cx="14813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545">
                <a:alpha val="10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3840480" y="35204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5349240" y="3803904"/>
            <a:ext cx="109728" cy="0"/>
          </a:xfrm>
          <a:prstGeom prst="line">
            <a:avLst/>
          </a:prstGeom>
          <a:noFill/>
          <a:ln w="25400">
            <a:solidFill>
              <a:srgbClr val="3D7CF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486400" y="3520440"/>
            <a:ext cx="14813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545">
                <a:alpha val="10000"/>
              </a:srgbClr>
            </a:outerShdw>
          </a:effectLst>
        </p:spPr>
      </p:sp>
      <p:sp>
        <p:nvSpPr>
          <p:cNvPr id="32" name="Text 27"/>
          <p:cNvSpPr/>
          <p:nvPr/>
        </p:nvSpPr>
        <p:spPr>
          <a:xfrm>
            <a:off x="5486400" y="35204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6995160" y="3803904"/>
            <a:ext cx="109728" cy="0"/>
          </a:xfrm>
          <a:prstGeom prst="line">
            <a:avLst/>
          </a:prstGeom>
          <a:noFill/>
          <a:ln w="25400">
            <a:solidFill>
              <a:srgbClr val="3D7CF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0" y="3520440"/>
            <a:ext cx="14813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545">
                <a:alpha val="10000"/>
              </a:srgbClr>
            </a:outerShdw>
          </a:effectLst>
        </p:spPr>
      </p:sp>
      <p:sp>
        <p:nvSpPr>
          <p:cNvPr id="35" name="Text 30"/>
          <p:cNvSpPr/>
          <p:nvPr/>
        </p:nvSpPr>
        <p:spPr>
          <a:xfrm>
            <a:off x="7132320" y="35204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50" dirty="0"/>
          </a:p>
        </p:txBody>
      </p:sp>
      <p:sp>
        <p:nvSpPr>
          <p:cNvPr id="36" name="Text 31"/>
          <p:cNvSpPr/>
          <p:nvPr/>
        </p:nvSpPr>
        <p:spPr>
          <a:xfrm>
            <a:off x="548640" y="43434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(except /auth/**) passes through JwtAuthenticationFilter before reaching the controller layer. Stack: Java 21 · Spring Boot 3 · Spring Security · JPA/Hibernate · BCrypt · Docker Compose.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097280"/>
            <a:ext cx="3291840" cy="3291840"/>
          </a:xfrm>
          <a:prstGeom prst="ellipse">
            <a:avLst/>
          </a:prstGeom>
          <a:solidFill>
            <a:srgbClr val="121C3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Outcome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working, containerized ticketing platform with secure auth, role-based access, and a complete audit trail.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794760" cy="1371600"/>
          </a:xfrm>
          <a:prstGeom prst="roundRect">
            <a:avLst>
              <a:gd name="adj" fmla="val 5333"/>
            </a:avLst>
          </a:prstGeom>
          <a:solidFill>
            <a:srgbClr val="121C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38528"/>
            <a:ext cx="502920" cy="50292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206928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8562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Ticket Lifecycle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4688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prioritize (Low → Critical), comment on, and resolve tickets end-to-end.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17720" y="1691640"/>
            <a:ext cx="3794760" cy="1371600"/>
          </a:xfrm>
          <a:prstGeom prst="roundRect">
            <a:avLst>
              <a:gd name="adj" fmla="val 5333"/>
            </a:avLst>
          </a:prstGeom>
          <a:solidFill>
            <a:srgbClr val="121C3F"/>
          </a:solidFill>
          <a:ln/>
        </p:spPr>
      </p:sp>
      <p:sp>
        <p:nvSpPr>
          <p:cNvPr id="11" name="Shape 8"/>
          <p:cNvSpPr/>
          <p:nvPr/>
        </p:nvSpPr>
        <p:spPr>
          <a:xfrm>
            <a:off x="4846320" y="1938528"/>
            <a:ext cx="502920" cy="50292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079" y="206928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8562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846320" y="24688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user and admin capabilities, enforced server-side — not just hidden in the UI.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3291840"/>
            <a:ext cx="3794760" cy="1371600"/>
          </a:xfrm>
          <a:prstGeom prst="roundRect">
            <a:avLst>
              <a:gd name="adj" fmla="val 5333"/>
            </a:avLst>
          </a:prstGeom>
          <a:solidFill>
            <a:srgbClr val="121C3F"/>
          </a:solidFill>
          <a:ln/>
        </p:spPr>
      </p:sp>
      <p:sp>
        <p:nvSpPr>
          <p:cNvPr id="16" name="Shape 12"/>
          <p:cNvSpPr/>
          <p:nvPr/>
        </p:nvSpPr>
        <p:spPr>
          <a:xfrm>
            <a:off x="777240" y="3538728"/>
            <a:ext cx="502920" cy="50292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3669487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4564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777240" y="40690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BCrypt password hashing, and stateless sessions that scale horizontally.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617720" y="3291840"/>
            <a:ext cx="3794760" cy="1371600"/>
          </a:xfrm>
          <a:prstGeom prst="roundRect">
            <a:avLst>
              <a:gd name="adj" fmla="val 5333"/>
            </a:avLst>
          </a:prstGeom>
          <a:solidFill>
            <a:srgbClr val="121C3F"/>
          </a:solidFill>
          <a:ln/>
        </p:spPr>
      </p:sp>
      <p:sp>
        <p:nvSpPr>
          <p:cNvPr id="21" name="Shape 16"/>
          <p:cNvSpPr/>
          <p:nvPr/>
        </p:nvSpPr>
        <p:spPr>
          <a:xfrm>
            <a:off x="4846320" y="3538728"/>
            <a:ext cx="502920" cy="502920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079" y="3669487"/>
            <a:ext cx="241402" cy="2414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86400" y="34564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4846320" y="40690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up --build launches frontend, backend, and MySQL with health checks.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3291840"/>
            <a:ext cx="3291840" cy="3291840"/>
          </a:xfrm>
          <a:prstGeom prst="ellipse">
            <a:avLst/>
          </a:prstGeom>
          <a:solidFill>
            <a:srgbClr val="121C3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TicketPro demonstrates a production-grade approach to building secure, maintainable full-stack systems — from authentication architecture to containerized deployment.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29184" cy="329184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228" y="2234428"/>
            <a:ext cx="158008" cy="1580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209397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real-world support-tracking gaps with a secure, role-aware platform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679192"/>
            <a:ext cx="329184" cy="329184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228" y="2764780"/>
            <a:ext cx="158008" cy="1580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262432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industry-standard security: JWT, BCrypt, stateless sessions, server-enforced roles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3209544"/>
            <a:ext cx="329184" cy="329184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28" y="3295132"/>
            <a:ext cx="158008" cy="1580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31546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 hands-on experience with Docker, Nginx reverse proxying, and systematic debugging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548640" y="3739896"/>
            <a:ext cx="329184" cy="329184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228" y="3825484"/>
            <a:ext cx="158008" cy="1580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51560" y="36850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ahead: notifications, file attachments, CI/CD, and cloud deployment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548640" y="443484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121C3F"/>
          </a:solidFill>
          <a:ln/>
        </p:spPr>
      </p:sp>
      <p:sp>
        <p:nvSpPr>
          <p:cNvPr id="18" name="Shape 12"/>
          <p:cNvSpPr/>
          <p:nvPr/>
        </p:nvSpPr>
        <p:spPr>
          <a:xfrm>
            <a:off x="713232" y="4535424"/>
            <a:ext cx="310896" cy="310896"/>
          </a:xfrm>
          <a:prstGeom prst="ellipse">
            <a:avLst/>
          </a:prstGeom>
          <a:solidFill>
            <a:srgbClr val="3D7CF2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065" y="4616257"/>
            <a:ext cx="149230" cy="14923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8720" y="44348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github.com/jyotheeshwar7989/Mini-project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TicketPro - Project Summary</dc:title>
  <dc:subject>PptxGenJS Presentation</dc:subject>
  <dc:creator>Jyotheeshwar</dc:creator>
  <cp:lastModifiedBy>Jyotheeshwar</cp:lastModifiedBy>
  <cp:revision>1</cp:revision>
  <dcterms:created xsi:type="dcterms:W3CDTF">2026-06-26T05:52:24Z</dcterms:created>
  <dcterms:modified xsi:type="dcterms:W3CDTF">2026-06-26T05:52:24Z</dcterms:modified>
</cp:coreProperties>
</file>