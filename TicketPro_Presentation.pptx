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A2A5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3204A"/>
          </a:solidFill>
          <a:ln/>
        </p:spPr>
      </p:sp>
      <p:pic>
        <p:nvPicPr>
          <p:cNvPr id="4" name="Image 0" descr="/home/claude/icons/ticke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749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TICKETPRO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46888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Ticket Management System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JWT-secured, role-based ticketing platform — built with Spring Boot, React, MySQL, and Docker.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572000"/>
            <a:ext cx="1911096" cy="384048"/>
          </a:xfrm>
          <a:prstGeom prst="roundRect">
            <a:avLst>
              <a:gd name="adj" fmla="val 50000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57200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98648" y="4572000"/>
            <a:ext cx="2715768" cy="384048"/>
          </a:xfrm>
          <a:prstGeom prst="roundRect">
            <a:avLst>
              <a:gd name="adj" fmla="val 50000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98648" y="4572000"/>
            <a:ext cx="2715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79008" y="45720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79008" y="4572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45720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52360" y="45720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25712" y="4572000"/>
            <a:ext cx="1709928" cy="384048"/>
          </a:xfrm>
          <a:prstGeom prst="roundRect">
            <a:avLst>
              <a:gd name="adj" fmla="val 50000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25712" y="457200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1000232" y="4572000"/>
            <a:ext cx="1106424" cy="384048"/>
          </a:xfrm>
          <a:prstGeom prst="roundRect">
            <a:avLst>
              <a:gd name="adj" fmla="val 50000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000232" y="457200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Jyotheeshwar  •  github.com/jyotheeshwar7989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 need a reliable way to track issues from report to resolution.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6" name="Image 0" descr="/home/claude/icons/comments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50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Communication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reported over email/chat get lost, with no single source of truth.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194560"/>
            <a:ext cx="640080" cy="64008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1" name="Image 1" descr="/home/claude/icons/history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3500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971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 changed a ticket's status, priority, or owner — or when.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194560"/>
            <a:ext cx="640080" cy="64008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6" name="Image 2" descr="/home/claude/icons/userscog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3500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971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66760" y="3520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see or edit any ticket — no separation between users and admins.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0F1B3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/home/claude/icons/rocket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30952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50749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TicketPro — a centralized, secure, role-aware ticketing system with a full audit trail.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containerized services, communicating over a clean REST + JDBC boundary.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331720"/>
            <a:ext cx="640080" cy="64008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6" name="Image 0" descr="/home/claude/icons/reac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088" y="24871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NGINX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456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Port 3000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2103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2331720"/>
            <a:ext cx="640080" cy="64008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1" name="Image 1" descr="/home/claude/icons/java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24871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456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JWT  ·  Port 8080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595360" y="2103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46920" y="2331720"/>
            <a:ext cx="640080" cy="64008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6" name="Image 2" descr="/home/claude/icons/databas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24871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95360" y="34564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·  Port 3307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383280" y="3017520"/>
            <a:ext cx="12344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0" name="Text 15"/>
          <p:cNvSpPr/>
          <p:nvPr/>
        </p:nvSpPr>
        <p:spPr>
          <a:xfrm>
            <a:off x="324612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60920" y="3017520"/>
            <a:ext cx="12344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722376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008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Request Flow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40080" y="4754880"/>
            <a:ext cx="1993392" cy="685800"/>
          </a:xfrm>
          <a:prstGeom prst="roundRect">
            <a:avLst>
              <a:gd name="adj" fmla="val 10667"/>
            </a:avLst>
          </a:prstGeom>
          <a:solidFill>
            <a:srgbClr val="1B2C5C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475488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2651760" y="5093208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2834640" y="4754880"/>
            <a:ext cx="1993392" cy="685800"/>
          </a:xfrm>
          <a:prstGeom prst="roundRect">
            <a:avLst>
              <a:gd name="adj" fmla="val 10667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834640" y="475488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4846320" y="5093208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5029200" y="4754880"/>
            <a:ext cx="1993392" cy="685800"/>
          </a:xfrm>
          <a:prstGeom prst="roundRect">
            <a:avLst>
              <a:gd name="adj" fmla="val 10667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029200" y="475488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7040880" y="5093208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7223760" y="4754880"/>
            <a:ext cx="1993392" cy="685800"/>
          </a:xfrm>
          <a:prstGeom prst="roundRect">
            <a:avLst>
              <a:gd name="adj" fmla="val 10667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7223760" y="475488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9235440" y="5093208"/>
            <a:ext cx="1828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9418320" y="4754880"/>
            <a:ext cx="1993392" cy="685800"/>
          </a:xfrm>
          <a:prstGeom prst="roundRect">
            <a:avLst>
              <a:gd name="adj" fmla="val 10667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418320" y="475488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64008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(except /auth/**) passes through JwtAuthenticationFilter before reaching the controller layer.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production-grade security, maintainability, and a clean separation of concerns.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2148840"/>
            <a:ext cx="640080" cy="64008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6" name="Image 0" descr="/home/claude/icons/java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36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42900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3.4.5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/ Hibernate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47288" y="18288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25696" y="2148840"/>
            <a:ext cx="640080" cy="64008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1" name="Image 1" descr="/home/claude/icons/lo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342900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(jjwt 0.12.6)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sessions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4496" y="18288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2904" y="2148840"/>
            <a:ext cx="640080" cy="64008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6" name="Image 2" descr="/home/claude/icons/reac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2304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10528" y="342900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React Router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for auth state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fetch-based API client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61704" y="18288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40112" y="2148840"/>
            <a:ext cx="640080" cy="64008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21" name="Image 3" descr="/home/claude/icons/docke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304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61704" y="2926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DevOps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17736" y="342900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(production serving)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/ npm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— User Experience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support agent or end user needs to track and resolve issues.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6" name="Image 0" descr="/home/claude/icons/lock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&amp; registration with BCrypt-hashed passwords.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1" name="Image 1" descr="/home/claude/icons/ticke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40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3154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tickets with LOW / MEDIUM / HIGH / CRITICAL priority.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0312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6" name="Image 2" descr="/home/claude/icons/chart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2402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3154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stats: total, open, in-progress, resolved.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21" name="Image 3" descr="/home/claude/icons/comments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5720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074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Comments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486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and clarify directly on each ticket.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43484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26" name="Image 4" descr="/home/claude/icons/cod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5720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5074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Workflow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486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IN_PROGRESS → RESOLVED → CLOSED.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416052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434840"/>
            <a:ext cx="548640" cy="54864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31" name="Image 5" descr="/home/claude/icons/shield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5720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5074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21040" y="5486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route guards mirror backend authorization rules.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visibility and control, enforced server-side by role.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6" name="Image 0" descr="/home/claude/icons/char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1343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Dashboard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77840" y="20574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ticket and user statistics across the entire platform.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08152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310128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1" name="Image 1" descr="/home/claude/icons/ticket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42900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17296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Tickets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77840" y="3172968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update status, and delete any ticket regardless of owner.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97096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425696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6" name="Image 2" descr="/home/claude/icons/usershiel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54456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88536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4288536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or demote roles, and remove accounts.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31266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5541264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21" name="Image 3" descr="/home/claude/icons/history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660136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40410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5404104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status, priority, or assignee change is logged with who and when.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760720" cy="4892040"/>
          </a:xfrm>
          <a:prstGeom prst="roundRect">
            <a:avLst>
              <a:gd name="adj" fmla="val 1495"/>
            </a:avLst>
          </a:prstGeom>
          <a:solidFill>
            <a:srgbClr val="0F1B3D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6002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Request Lifecycle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384048" cy="384048"/>
          </a:xfrm>
          <a:prstGeom prst="ellipse">
            <a:avLst/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logs in with email + password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52144" y="2532888"/>
            <a:ext cx="0" cy="420624"/>
          </a:xfrm>
          <a:prstGeom prst="line">
            <a:avLst/>
          </a:prstGeom>
          <a:noFill/>
          <a:ln w="19050">
            <a:solidFill>
              <a:srgbClr val="3A4A7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60120" y="2990088"/>
            <a:ext cx="384048" cy="384048"/>
          </a:xfrm>
          <a:prstGeom prst="ellipse">
            <a:avLst/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9626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verifies BCrypt hash, issues signed JWT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52144" y="3374136"/>
            <a:ext cx="0" cy="420624"/>
          </a:xfrm>
          <a:prstGeom prst="line">
            <a:avLst/>
          </a:prstGeom>
          <a:noFill/>
          <a:ln w="19050">
            <a:solidFill>
              <a:srgbClr val="3A4A7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60120" y="3831336"/>
            <a:ext cx="384048" cy="384048"/>
          </a:xfrm>
          <a:prstGeom prst="ellipse">
            <a:avLst/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38039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stores token, sends as Bearer header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52144" y="4215384"/>
            <a:ext cx="0" cy="420624"/>
          </a:xfrm>
          <a:prstGeom prst="line">
            <a:avLst/>
          </a:prstGeom>
          <a:noFill/>
          <a:ln w="19050">
            <a:solidFill>
              <a:srgbClr val="3A4A7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60120" y="4672584"/>
            <a:ext cx="384048" cy="384048"/>
          </a:xfrm>
          <a:prstGeom prst="ellipse">
            <a:avLst/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6451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validates token per-request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152144" y="5056632"/>
            <a:ext cx="0" cy="420624"/>
          </a:xfrm>
          <a:prstGeom prst="line">
            <a:avLst/>
          </a:prstGeom>
          <a:noFill/>
          <a:ln w="19050">
            <a:solidFill>
              <a:srgbClr val="3A4A7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60120" y="5513832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513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5486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 populated → controller authorized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Security Principles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75120" y="1874520"/>
            <a:ext cx="4846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2130552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27" name="Image 0" descr="/home/claude/icons/key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2" y="2249424"/>
            <a:ext cx="265176" cy="26517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58952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Externalized Secrets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7589520" y="23317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password &amp; JWT signing key live in .env, never hardcoded or committed.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675120" y="3035808"/>
            <a:ext cx="4846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903720" y="3291840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32" name="Image 1" descr="/home/claude/icons/lock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3410712"/>
            <a:ext cx="265176" cy="26517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589520" y="3127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7589520" y="3493008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never stored or logged in plain text.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675120" y="4197096"/>
            <a:ext cx="4846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903720" y="4453128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37" name="Image 2" descr="/home/claude/icons/shiel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4572000"/>
            <a:ext cx="265176" cy="26517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589520" y="42885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Sessions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7589520" y="465429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session store — scales horizontally by design.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675120" y="5358384"/>
            <a:ext cx="4846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6903720" y="5614416"/>
            <a:ext cx="502920" cy="502920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42" name="Image 3" descr="/home/claude/icons/usershield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5733288"/>
            <a:ext cx="265176" cy="26517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589520" y="54498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 Roles</a:t>
            </a:r>
            <a:endParaRPr lang="en-US" sz="1350" dirty="0"/>
          </a:p>
        </p:txBody>
      </p:sp>
      <p:sp>
        <p:nvSpPr>
          <p:cNvPr id="44" name="Text 38"/>
          <p:cNvSpPr/>
          <p:nvPr/>
        </p:nvSpPr>
        <p:spPr>
          <a:xfrm>
            <a:off x="7589520" y="581558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checked in SecurityConfig, not just hidden UI elements.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Containerized with Docker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spins up the entire stack — anyone can run this project without installing Java, Node, or MySQL.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4434840"/>
          </a:xfrm>
          <a:prstGeom prst="roundRect">
            <a:avLst>
              <a:gd name="adj" fmla="val 2062"/>
            </a:avLst>
          </a:prstGeom>
          <a:solidFill>
            <a:srgbClr val="16234F"/>
          </a:solidFill>
          <a:ln w="15240">
            <a:solidFill>
              <a:srgbClr val="2B3B6E"/>
            </a:solidFill>
            <a:prstDash val="dash"/>
          </a:ln>
        </p:spPr>
      </p:sp>
      <p:pic>
        <p:nvPicPr>
          <p:cNvPr id="5" name="Image 0" descr="/home/claude/icons/docker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60120" y="2697480"/>
            <a:ext cx="6126480" cy="1078992"/>
          </a:xfrm>
          <a:prstGeom prst="roundRect">
            <a:avLst>
              <a:gd name="adj" fmla="val 6780"/>
            </a:avLst>
          </a:prstGeom>
          <a:solidFill>
            <a:srgbClr val="1B2C5C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8720" y="2953512"/>
            <a:ext cx="566928" cy="566928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9" name="Image 1" descr="/home/claude/icons/databas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309067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2807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965960" y="3200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· healthcheck-gated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60120" y="3977640"/>
            <a:ext cx="6126480" cy="1078992"/>
          </a:xfrm>
          <a:prstGeom prst="roundRect">
            <a:avLst>
              <a:gd name="adj" fmla="val 6780"/>
            </a:avLst>
          </a:prstGeom>
          <a:solidFill>
            <a:srgbClr val="1B2C5C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88720" y="4233672"/>
            <a:ext cx="566928" cy="566928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4" name="Image 2" descr="/home/claude/icons/java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437083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65960" y="40873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965960" y="4480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depends_on: mysql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60120" y="5257800"/>
            <a:ext cx="6126480" cy="1078992"/>
          </a:xfrm>
          <a:prstGeom prst="roundRect">
            <a:avLst>
              <a:gd name="adj" fmla="val 6780"/>
            </a:avLst>
          </a:prstGeom>
          <a:solidFill>
            <a:srgbClr val="1B2C5C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188720" y="5513832"/>
            <a:ext cx="566928" cy="566928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9" name="Image 3" descr="/home/claude/icons/react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565099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5960" y="53675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965960" y="5760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build → Nginx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63524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635240" y="224028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0A1230"/>
          </a:solidFill>
          <a:ln w="12700">
            <a:solidFill>
              <a:srgbClr val="2B3B6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818120" y="2240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--build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63524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635240" y="374904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environment for every developer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.env — never baked into images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network between services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Health-checked startup ordering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Key Learnings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engineering problems solved while building and debugging this system end-to-end.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512064" cy="512064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6" name="Image 0" descr="/home/claude/icons/key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494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754880" y="19659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hardcoded DB &amp; JWT credentials into a gitignored .env, referenced via ${VAR} in docker-compose.yml.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035808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282696"/>
            <a:ext cx="512064" cy="512064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1" name="Image 1" descr="/home/claude/icons/layer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4107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1272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Isolated Databases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54880" y="3127248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that local (IntelliJ) and Docker MySQL are separate data stores — same code, different state.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19709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443984"/>
            <a:ext cx="512064" cy="512064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16" name="Image 2" descr="/home/claude/icons/cogs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57200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88536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as Reverse Proxy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754880" y="4288536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Nginx to serve the React build and route /api calls to the Spring Boot container by service name.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35838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5605272"/>
            <a:ext cx="512064" cy="512064"/>
          </a:xfrm>
          <a:prstGeom prst="ellipse">
            <a:avLst/>
          </a:prstGeom>
          <a:solidFill>
            <a:srgbClr val="0F1B3D"/>
          </a:solidFill>
          <a:ln/>
        </p:spPr>
      </p:sp>
      <p:pic>
        <p:nvPicPr>
          <p:cNvPr id="21" name="Image 3" descr="/home/claude/icons/check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73328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449824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Debugging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754880" y="5449824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Postman to isolate frontend vs. backend issues — proved auth failures were credential mismatches, not bugs.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A2A5E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572000"/>
            <a:ext cx="3657600" cy="3657600"/>
          </a:xfrm>
          <a:prstGeom prst="ellipse">
            <a:avLst/>
          </a:prstGeom>
          <a:solidFill>
            <a:srgbClr val="1320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6583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on ticket status changes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attachments on tickets &amp; comments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pagination and search at scale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with GitHub Actions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— Railway (API) + Vercel (frontend)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6234F"/>
          </a:solidFill>
          <a:ln w="12700">
            <a:solidFill>
              <a:srgbClr val="2B3B6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cons/ticket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5029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28800" y="52120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github.com/jyotheeshwar7989/Mini-project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TicketPro - Support Ticket Management System</dc:title>
  <dc:subject>PptxGenJS Presentation</dc:subject>
  <dc:creator>Jyotheeshwar</dc:creator>
  <cp:lastModifiedBy>Jyotheeshwar</cp:lastModifiedBy>
  <cp:revision>1</cp:revision>
  <dcterms:created xsi:type="dcterms:W3CDTF">2026-06-19T03:54:43Z</dcterms:created>
  <dcterms:modified xsi:type="dcterms:W3CDTF">2026-06-19T03:54:43Z</dcterms:modified>
</cp:coreProperties>
</file>